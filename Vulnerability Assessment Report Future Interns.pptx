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0"/>
            <a:ext cx="320040" cy="514350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3C5FD"/>
                </a:solidFill>
              </a:rPr>
              <a:t>VULNERABILITY ASSESSMENT REPORT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Bank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Security Audit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3200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29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3C5FD"/>
                </a:solidFill>
              </a:rPr>
              <a:t>TARGET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zero.webappsecurity.com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140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3C5FD"/>
                </a:solidFill>
              </a:rPr>
              <a:t>TYPE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24140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Black-Box Passive Reconnaissance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7980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3C5FD"/>
                </a:solidFill>
              </a:rPr>
              <a:t>SCOPE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798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Public-Facing Pages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182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3C5FD"/>
                </a:solidFill>
              </a:rPr>
              <a:t>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31821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March 23,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566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3C5FD"/>
                </a:solidFill>
              </a:rPr>
              <a:t>AUDITOR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Shawn Ryan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457200"/>
            <a:ext cx="4297680" cy="914400"/>
          </a:xfrm>
          <a:prstGeom prst="rect">
            <a:avLst/>
          </a:prstGeom>
          <a:solidFill>
            <a:srgbClr val="1E3A8A">
              <a:alpha val="70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5720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56692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257800" y="566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CRITICAL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868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Admin Panel PII Exposure · No HTTPS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554480"/>
            <a:ext cx="4297680" cy="914400"/>
          </a:xfrm>
          <a:prstGeom prst="rect">
            <a:avLst/>
          </a:prstGeom>
          <a:solidFill>
            <a:srgbClr val="1E3A8A">
              <a:alpha val="70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1554480"/>
            <a:ext cx="54864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66420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</a:rPr>
              <a:t>2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257800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Tomcat 7.0.70 EOL · jQuery 1.8.2 XSS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651760"/>
            <a:ext cx="4297680" cy="914400"/>
          </a:xfrm>
          <a:prstGeom prst="rect">
            <a:avLst/>
          </a:prstGeom>
          <a:solidFill>
            <a:srgbClr val="1E3A8A">
              <a:alpha val="70000"/>
            </a:srgbClr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651760"/>
            <a:ext cx="54864" cy="9144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76148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8A04"/>
                </a:solidFill>
              </a:rPr>
              <a:t>2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257800" y="2761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063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 CSRF Token · 6 Headers Missing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749040"/>
            <a:ext cx="4297680" cy="914400"/>
          </a:xfrm>
          <a:prstGeom prst="rect">
            <a:avLst/>
          </a:prstGeom>
          <a:solidFill>
            <a:srgbClr val="1E3A8A">
              <a:alpha val="70000"/>
            </a:srgbClr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749040"/>
            <a:ext cx="54864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85876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803D"/>
                </a:solidFill>
              </a:rPr>
              <a:t>1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5257800" y="3858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Reflected Search Input (XSS Vector)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C1A42"/>
          </a:solidFill>
          <a:ln w="12700">
            <a:solidFill>
              <a:srgbClr val="0C1A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DISCLAIMER: zero.webappsecurity.com is a deliberately insecure training application by Micro Focus Fortify. No real users or data at risk. Educational use only.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28600"/>
            <a:ext cx="1371600" cy="256032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A passive black-box security assessment of zero.webappsecurity.com identified 7 distinct vulnerabilities. The most severe issues include a fully unauthenticated admin panel exposing user passwords and SSNs in plaintext, and the entire site transmitting data over unencrypted HTTP.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2121408"/>
            <a:ext cx="1993392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121408"/>
            <a:ext cx="1993392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24028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" y="279806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Vulnerabilities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32304" y="2121408"/>
            <a:ext cx="1993392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2304" y="2121408"/>
            <a:ext cx="1993392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224028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32304" y="279806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Critical Findings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08576" y="2121408"/>
            <a:ext cx="1993392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2121408"/>
            <a:ext cx="1993392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224028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</a:rPr>
              <a:t>OWASP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08576" y="279806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Testing Framework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84848" y="2121408"/>
            <a:ext cx="1993392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4848" y="2121408"/>
            <a:ext cx="1993392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24028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803D"/>
                </a:solidFill>
              </a:rPr>
              <a:t>PASSIVE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84848" y="279806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Scan Type — No Exploits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310128"/>
            <a:ext cx="8631936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SEVERITY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27632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COUNT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59152" y="3310128"/>
            <a:ext cx="6528816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FINDINGS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584448"/>
            <a:ext cx="8631936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3584448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🔴  CRITICAL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27632" y="35844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59152" y="35844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Unauthenticated Admin Panel · No HTTPS / Plaintext Transmission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877056"/>
            <a:ext cx="8631936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3877056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🟠  HIGH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27632" y="387705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59152" y="387705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Apache Tomcat 7.0.70 EOL Disclosed · jQuery 1.8.2 Known XSS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4169664"/>
            <a:ext cx="8631936" cy="292608"/>
          </a:xfrm>
          <a:prstGeom prst="rect">
            <a:avLst/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4169664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</a:rPr>
              <a:t>🟡  MEDIUM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27632" y="41696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8A04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359152" y="41696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No CSRF Token on Login · 6 Security Headers Missing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4462272"/>
            <a:ext cx="8631936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446227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🟢  LOW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27632" y="44622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359152" y="44622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Reflected Search Input — Potential XSS Vector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28600"/>
            <a:ext cx="1371600" cy="256032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FINDINGS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669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Findings at a Glance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42245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88720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" y="1335024"/>
            <a:ext cx="384048" cy="384048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" y="1280160"/>
            <a:ext cx="868680" cy="201168"/>
          </a:xfrm>
          <a:prstGeom prst="rect">
            <a:avLst/>
          </a:prstGeom>
          <a:solidFill>
            <a:srgbClr val="DC2626">
              <a:alpha val="12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12801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CRITICAL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64792" y="12801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A01:2021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" y="153619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Unauthenticated Admin Panel — PII Exposure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2245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335024"/>
            <a:ext cx="384048" cy="384048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1280160"/>
            <a:ext cx="868680" cy="201168"/>
          </a:xfrm>
          <a:prstGeom prst="rect">
            <a:avLst/>
          </a:prstGeom>
          <a:solidFill>
            <a:srgbClr val="DC2626">
              <a:alpha val="12000"/>
            </a:srgbClr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2801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CRITICAL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12801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A02:2021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57800" y="153619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Entire Site on HTTP — No Encryption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1993392"/>
            <a:ext cx="42245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993392"/>
            <a:ext cx="54864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" y="2139696"/>
            <a:ext cx="384048" cy="384048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" y="2084832"/>
            <a:ext cx="868680" cy="201168"/>
          </a:xfrm>
          <a:prstGeom prst="rect">
            <a:avLst/>
          </a:prstGeom>
          <a:solidFill>
            <a:srgbClr val="EA580C">
              <a:alpha val="12000"/>
            </a:srgbClr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20848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64792" y="2084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A05:2021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" y="234086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Apache Tomcat 7.0.70 (EOL) Disclosed in Error Pages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993392"/>
            <a:ext cx="42245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993392"/>
            <a:ext cx="54864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139696"/>
            <a:ext cx="384048" cy="384048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04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2084832"/>
            <a:ext cx="868680" cy="201168"/>
          </a:xfrm>
          <a:prstGeom prst="rect">
            <a:avLst/>
          </a:prstGeom>
          <a:solidFill>
            <a:srgbClr val="EA580C">
              <a:alpha val="12000"/>
            </a:srgbClr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20848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HIGH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72200" y="2084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A06:2021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57800" y="234086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jQuery 1.8.2 (2012) — Known XSS Vulnerabilities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2798064"/>
            <a:ext cx="42245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2798064"/>
            <a:ext cx="54864" cy="6858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3192" y="2944368"/>
            <a:ext cx="384048" cy="384048"/>
          </a:xfrm>
          <a:prstGeom prst="ellipse">
            <a:avLst/>
          </a:prstGeom>
          <a:solidFill>
            <a:srgbClr val="CA8A04">
              <a:alpha val="15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8A04"/>
                </a:solidFill>
              </a:rPr>
              <a:t>05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0392" y="2889504"/>
            <a:ext cx="868680" cy="201168"/>
          </a:xfrm>
          <a:prstGeom prst="rect">
            <a:avLst/>
          </a:prstGeom>
          <a:solidFill>
            <a:srgbClr val="CA8A04">
              <a:alpha val="12000"/>
            </a:srgbClr>
          </a:solidFill>
          <a:ln w="10160">
            <a:solidFill>
              <a:srgbClr val="CA8A0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" y="288950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8A04"/>
                </a:solidFill>
              </a:rPr>
              <a:t>MEDIUM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64792" y="28895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A01:2021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392" y="3145536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Login Form Lacks CSRF Token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798064"/>
            <a:ext cx="42245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2798064"/>
            <a:ext cx="54864" cy="6858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2944368"/>
            <a:ext cx="384048" cy="384048"/>
          </a:xfrm>
          <a:prstGeom prst="ellipse">
            <a:avLst/>
          </a:prstGeom>
          <a:solidFill>
            <a:srgbClr val="CA8A04">
              <a:alpha val="15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8A04"/>
                </a:solidFill>
              </a:rPr>
              <a:t>06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57800" y="2889504"/>
            <a:ext cx="868680" cy="201168"/>
          </a:xfrm>
          <a:prstGeom prst="rect">
            <a:avLst/>
          </a:prstGeom>
          <a:solidFill>
            <a:srgbClr val="CA8A04">
              <a:alpha val="12000"/>
            </a:srgbClr>
          </a:solidFill>
          <a:ln w="10160">
            <a:solidFill>
              <a:srgbClr val="CA8A0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7800" y="288950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8A04"/>
                </a:solidFill>
              </a:rPr>
              <a:t>MEDIUM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72200" y="28895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A05:2021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257800" y="3145536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 Critical Security Headers Missing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56032" y="3602736"/>
            <a:ext cx="8631936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56032" y="3602736"/>
            <a:ext cx="54864" cy="685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3192" y="3749040"/>
            <a:ext cx="384048" cy="384048"/>
          </a:xfrm>
          <a:prstGeom prst="ellipse">
            <a:avLst/>
          </a:prstGeom>
          <a:solidFill>
            <a:srgbClr val="15803D">
              <a:alpha val="15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07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0392" y="3694176"/>
            <a:ext cx="868680" cy="201168"/>
          </a:xfrm>
          <a:prstGeom prst="rect">
            <a:avLst/>
          </a:prstGeom>
          <a:solidFill>
            <a:srgbClr val="15803D">
              <a:alpha val="12000"/>
            </a:srgbClr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" y="36941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LOW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764792" y="36941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A03:2021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0392" y="395020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Reflected Search Input — Potential XSS Vector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</a:rPr>
              <a:t>FINDING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A01:2021 — Broken Access Control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30352"/>
            <a:ext cx="109728" cy="4613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566928"/>
            <a:ext cx="8741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Admin Panel Exposing User PII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1168" y="1088136"/>
            <a:ext cx="8741664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88136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📍  http://zero.webappsecurity.com/admin/users.html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389888"/>
            <a:ext cx="2865120" cy="292608"/>
          </a:xfrm>
          <a:prstGeom prst="rect">
            <a:avLst/>
          </a:prstGeom>
          <a:solidFill>
            <a:srgbClr val="1E40AF">
              <a:alpha val="13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389888"/>
            <a:ext cx="45720" cy="35844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🔍  WHAT WAS FOUND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/admin/users.html is fully accessible to anyone on the internet — zero authentication required.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Displays all users' full names, plaintext passwords, and SSNs in a public table.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Observed examples: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Leeroy Jenkins | VIZ10AWT8VL | SSN: 536-48-3769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Stephen Bowen | OTZ07BXM0BE | SSN: 607-58-7435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(+6 more users)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9440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9440" y="1389888"/>
            <a:ext cx="2865120" cy="292608"/>
          </a:xfrm>
          <a:prstGeom prst="rect">
            <a:avLst/>
          </a:prstGeom>
          <a:solidFill>
            <a:srgbClr val="DC2626">
              <a:alpha val="13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9440" y="1389888"/>
            <a:ext cx="45720" cy="3584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0880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⚠️  WHY IT MATTERS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30880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Any person can access every customer's credentials and SSN — no skill required.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Triggers mandatory breach notifications under GDPR, CCPA, and PCI-DSS.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Potential consequences: millions in fines, class-action lawsuits, loss of banking license, and mass identity theft.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7712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7712" y="1389888"/>
            <a:ext cx="2865120" cy="292608"/>
          </a:xfrm>
          <a:prstGeom prst="rect">
            <a:avLst/>
          </a:prstGeom>
          <a:solidFill>
            <a:srgbClr val="15803D">
              <a:alpha val="13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7712" y="1389888"/>
            <a:ext cx="45720" cy="3584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9152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🔧  REMEDIATION STEPS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69152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1. Require login before any /admin/ page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2. Implement RBAC — admin accounts only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3. NEVER store passwords in plaintext — use bcrypt or Argon2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4. Mask SSNs in UI (XXX-XX-3769)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5. Add server-side auth on every route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6. Implement audit logging for all admin access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2104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</a:rPr>
              <a:t>FINDING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A02:2021 — Cryptographic Failures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30352"/>
            <a:ext cx="109728" cy="4613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566928"/>
            <a:ext cx="8741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Site Served Over Unencrypted HTTP — No HTTPS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1168" y="1088136"/>
            <a:ext cx="8741664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88136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📍  http://zero.webappsecurity.com/ (ALL pages)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389888"/>
            <a:ext cx="2865120" cy="292608"/>
          </a:xfrm>
          <a:prstGeom prst="rect">
            <a:avLst/>
          </a:prstGeom>
          <a:solidFill>
            <a:srgbClr val="1E40AF">
              <a:alpha val="13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389888"/>
            <a:ext cx="45720" cy="35844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🔍  WHAT WAS FOUND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The entire site runs on plain HTTP — no HTTPS anywhere.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Login form at /login.html POSTs credentials to /signin.html over an unencrypted connection.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No HTTP→HTTPS redirect exists. The browser URL bar never shows a padlock. All resources (CSS, JS, images) also load over HTTP.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9440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9440" y="1389888"/>
            <a:ext cx="2865120" cy="292608"/>
          </a:xfrm>
          <a:prstGeom prst="rect">
            <a:avLst/>
          </a:prstGeom>
          <a:solidFill>
            <a:srgbClr val="DC2626">
              <a:alpha val="13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9440" y="1389888"/>
            <a:ext cx="45720" cy="3584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0880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⚠️  WHY IT MATTERS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30880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All data — usernames, passwords, session tokens, banking info — travels 'in the clear' with no encryption.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Anyone on the same Wi-Fi network (coffee shop, hotel, airport) can intercept credentials in seconds using freely available tools.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This is a Man-in-the-Middle (MitM) attack. PCI-DSS compliance requires HTTPS for all cardholder data.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7712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7712" y="1389888"/>
            <a:ext cx="2865120" cy="292608"/>
          </a:xfrm>
          <a:prstGeom prst="rect">
            <a:avLst/>
          </a:prstGeom>
          <a:solidFill>
            <a:srgbClr val="15803D">
              <a:alpha val="13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7712" y="1389888"/>
            <a:ext cx="45720" cy="3584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9152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🔧  REMEDIATION STEPS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69152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1. Get SSL/TLS certificate free via Let's Encrypt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2. Install on server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3. Force 301 redirect: HTTP (port 80) → HTTPS (port 443)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4. Add HSTS header: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   Strict-Transport-Security: max-age=31536000; includeSubDomains; preload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5. Ensure ALL resources load over HTTPS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6. Verify with SSL Labs — target grade A+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2104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</a:rPr>
              <a:t>FINDING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A05:2021 — Security Misconfiguration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30352"/>
            <a:ext cx="109728" cy="4613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566928"/>
            <a:ext cx="8741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Server Software Disclosed — Apache Tomcat 7.0.70 (EOL 2021)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1168" y="1088136"/>
            <a:ext cx="8741664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88136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📍  Any 404 error page — e.g., http://zero.webappsecurity.com/anything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389888"/>
            <a:ext cx="2865120" cy="292608"/>
          </a:xfrm>
          <a:prstGeom prst="rect">
            <a:avLst/>
          </a:prstGeom>
          <a:solidFill>
            <a:srgbClr val="1E40AF">
              <a:alpha val="13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389888"/>
            <a:ext cx="45720" cy="35844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🔍  WHAT WAS FOUND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Every 404 and server error page displays a banner at the bottom: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'Apache Tomcat/7.0.70'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Apache Tomcat 7.0.70 reached End of Life (EOL) in March 2021 — it no longer receives security patches.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Multiple CVEs are publicly documented for this exact version. The server is advertising its vulnerable version to every visitor who hits an error page.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9440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9440" y="1389888"/>
            <a:ext cx="2865120" cy="292608"/>
          </a:xfrm>
          <a:prstGeom prst="rect">
            <a:avLst/>
          </a:prstGeom>
          <a:solidFill>
            <a:srgbClr val="EA580C">
              <a:alpha val="13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9440" y="1389888"/>
            <a:ext cx="45720" cy="35844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0880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⚠️  WHY IT MATTERS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30880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This is like putting a sign on your front door reading 'My lock is Brand X, Model Y, last updated 2016.'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An attacker can immediately look up every known exploit for Tomcat 7.0.70 and use published proof-of-concept code.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The disclosure alone does not cause direct harm, but it dramatically reduces the effort required to attack the server — especially combined with the other critical findings already present.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7712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7712" y="1389888"/>
            <a:ext cx="2865120" cy="292608"/>
          </a:xfrm>
          <a:prstGeom prst="rect">
            <a:avLst/>
          </a:prstGeom>
          <a:solidFill>
            <a:srgbClr val="15803D">
              <a:alpha val="13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7712" y="1389888"/>
            <a:ext cx="45720" cy="3584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9152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🔧  REMEDIATION STEPS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69152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1. Upgrade Apache Tomcat to a currently supported version (10.x or 11.x)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2. Set server.info= (empty string) in conf/server.xml to suppress banner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3. Set server.number= (empty) as well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4. Configure custom error pages that don't reveal any technology details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5. Implement a Web Application Firewall (WAF) as an additional layer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6. Subscribe to Apache security mailing list for future CVE alerts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2104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</a:rPr>
              <a:t>FINDING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A06:2021 — Vulnerable and Outdated Components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30352"/>
            <a:ext cx="109728" cy="4613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566928"/>
            <a:ext cx="8741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1.8.2 (Released 2012) — 13-Year-Old Library with Known XSS Flaws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1168" y="1088136"/>
            <a:ext cx="8741664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88136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📍  http://zero.webappsecurity.com/resources/js/jquery-1.8.2.min.js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389888"/>
            <a:ext cx="2865120" cy="292608"/>
          </a:xfrm>
          <a:prstGeom prst="rect">
            <a:avLst/>
          </a:prstGeom>
          <a:solidFill>
            <a:srgbClr val="1E40AF">
              <a:alpha val="13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389888"/>
            <a:ext cx="45720" cy="35844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🔍  WHAT WAS FOUND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The site loads jQuery version 1.8.2, released in September 2012 — over 13 years old.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This version contains multiple documented Cross-Site Scripting (XSS) vulnerabilities. Current jQuery is 3.7.x.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Additional outdated libraries also observed: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Bootstrap (legacy version)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Font Awesome v3.0.1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All have known security issues and are no longer maintained.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9440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9440" y="1389888"/>
            <a:ext cx="2865120" cy="292608"/>
          </a:xfrm>
          <a:prstGeom prst="rect">
            <a:avLst/>
          </a:prstGeom>
          <a:solidFill>
            <a:srgbClr val="EA580C">
              <a:alpha val="13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9440" y="1389888"/>
            <a:ext cx="45720" cy="35844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0880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⚠️  WHY IT MATTERS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30880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Outdated libraries are like a lock with a publicly known master key.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Security researchers and attackers know exactly which exploits work against jQuery 1.8.2. If an attacker can inject malicious code leveraging these old library vulnerabilities, they can: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Steal session cookies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Redirect users to phishing pages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Perform unauthorized actions on behalf of logged-in users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· Capture keystrokes on the banking login form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7712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7712" y="1389888"/>
            <a:ext cx="2865120" cy="292608"/>
          </a:xfrm>
          <a:prstGeom prst="rect">
            <a:avLst/>
          </a:prstGeom>
          <a:solidFill>
            <a:srgbClr val="15803D">
              <a:alpha val="13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7712" y="1389888"/>
            <a:ext cx="45720" cy="3584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9152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🔧  REMEDIATION STEPS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69152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1. Update jQuery to version 3.7.x or later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2. Update Bootstrap to version 5.x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3. Update Font Awesome to current version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4. Implement automated dependency scanning: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   · Snyk (snyk.io)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   · GitHub Dependabot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   · OWASP Dependency-Check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5. Add a Content Security Policy (CSP) header to restrict script sources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6. Set up automated alerts for future vulnerable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2104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303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A8A04"/>
                </a:solidFill>
              </a:rPr>
              <a:t>FINDING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A01:2021 — Broken Access Control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0972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30352"/>
            <a:ext cx="109728" cy="4613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566928"/>
            <a:ext cx="8741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Lacks CSRF (Cross-Site Request Forgery) Protection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1168" y="1088136"/>
            <a:ext cx="8741664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88136"/>
            <a:ext cx="8558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📍  http://zero.webappsecurity.com/login.html → POST /signin.html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389888"/>
            <a:ext cx="2865120" cy="292608"/>
          </a:xfrm>
          <a:prstGeom prst="rect">
            <a:avLst/>
          </a:prstGeom>
          <a:solidFill>
            <a:srgbClr val="1E40AF">
              <a:alpha val="13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389888"/>
            <a:ext cx="45720" cy="35844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🔍  WHAT WAS FOUND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The login form submits via HTTP POST with fields user_login and user_password.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No CSRF token exists — no hidden token field, no unique one-time nonce, no server-side token validation is visible.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Inspection via DevTools confirms the form only contains the two credential fields and nothing else.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Combined with the lack of HTTPS, this form is vulnerable to cross-site request forgery attacks from any malicious webpage.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9440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9440" y="1389888"/>
            <a:ext cx="2865120" cy="292608"/>
          </a:xfrm>
          <a:prstGeom prst="rect">
            <a:avLst/>
          </a:prstGeom>
          <a:solidFill>
            <a:srgbClr val="CA8A04">
              <a:alpha val="13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9440" y="1389888"/>
            <a:ext cx="45720" cy="358444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0880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</a:rPr>
              <a:t>⚠️  WHY IT MATTERS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30880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A CSRF attack tricks your browser into submitting a form without your knowledge.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Without a unique CSRF token embedded in the form, an attacker can craft a malicious webpage that silently submits the banking login form on a user's behalf.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This can capture session cookies, force unwanted authenticated actions (like fund transfers), or be combined with other vulnerabilities for session hijacking.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Severity elevated by the absence of HTTPS on the same form.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7712" y="1389888"/>
            <a:ext cx="28651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7712" y="1389888"/>
            <a:ext cx="2865120" cy="292608"/>
          </a:xfrm>
          <a:prstGeom prst="rect">
            <a:avLst/>
          </a:prstGeom>
          <a:solidFill>
            <a:srgbClr val="15803D">
              <a:alpha val="13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7712" y="1389888"/>
            <a:ext cx="45720" cy="3584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9152" y="1389888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🔧  REMEDIATION STEPS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69152" y="1737360"/>
            <a:ext cx="2700528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1. Generate a unique, unpredictable CSRF token per session server-side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2. Embed it as a hidden input field in every HTML form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3. Validate the token on the server before processing any POST request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4. Reject requests where the token is missing or doesn't match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5. Set SameSite=Strict (or Lax) on all session cookies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F172A"/>
                </a:solidFill>
              </a:rPr>
              <a:t>6. Set HttpOnly and Secure flags on session cookies as well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2104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28600"/>
            <a:ext cx="1371600" cy="256032"/>
          </a:xfrm>
          <a:prstGeom prst="rect">
            <a:avLst>
              <a:gd name="adj" fmla="val 14286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 + 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66928"/>
            <a:ext cx="8631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06 + Finding 07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50292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15568"/>
            <a:ext cx="5029200" cy="347472"/>
          </a:xfrm>
          <a:prstGeom prst="rect">
            <a:avLst/>
          </a:prstGeom>
          <a:solidFill>
            <a:srgbClr val="CA8A04">
              <a:alpha val="15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155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🟡  FINDING 06 — Missing Security Headers  |  MEDIUM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14996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OWASP A05:2021 — Security Misconfiguration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773936"/>
            <a:ext cx="4846320" cy="402336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773936"/>
            <a:ext cx="36576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922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❌  Content-Security-Policy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97510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Prevents XSS and script injection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231136"/>
            <a:ext cx="4846320" cy="402336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231136"/>
            <a:ext cx="36576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494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❌  Strict-Transport-Security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43230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Forces HTTPS — prevents downgrade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688336"/>
            <a:ext cx="4846320" cy="402336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688336"/>
            <a:ext cx="36576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066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❌  X-Frame-Options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88950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Blocks clickjacking via iframes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145536"/>
            <a:ext cx="4846320" cy="402336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145536"/>
            <a:ext cx="36576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638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❌  X-Content-Type-Options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34670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Prevents MIME-type sniffing attacks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3602736"/>
            <a:ext cx="4846320" cy="402336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602736"/>
            <a:ext cx="36576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210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❌  Referrer-Policy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80390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Controls referrer data leakage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4059936"/>
            <a:ext cx="4846320" cy="402336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059936"/>
            <a:ext cx="36576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782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❌  Permissions-Policy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26110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Restricts browser feature access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31536" y="1115568"/>
            <a:ext cx="3456432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31536" y="1115568"/>
            <a:ext cx="3456432" cy="347472"/>
          </a:xfrm>
          <a:prstGeom prst="rect">
            <a:avLst/>
          </a:prstGeom>
          <a:solidFill>
            <a:srgbClr val="15803D">
              <a:alpha val="15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1115568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🟢  FINDING 07 — Reflected Input  |  LOW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22976" y="1499616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OWASP A03:2021 — Injection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41264" y="1737360"/>
            <a:ext cx="3236976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Location: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search.html?searchTerm=test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What Was Found: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The searchTerm URL parameter is directly reflected in the page response: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"No results were found for the query: test"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No visible input length restrictions or sanitization signals were observed.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Why It Matters: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If input is reflected without encoding, an attacker can craft a malicious link containing JavaScript. Any user clicking the link has that script execute in their browser — stealing sessions or capturing credentials.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Fix: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✔ HTML-encode all user input before rendering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✔ Add Content-Security-Policy header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✔ Validate/whitelist input server-side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✔ Add WAF rules for XSS patterns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4983480"/>
            <a:ext cx="903427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28600"/>
            <a:ext cx="1371600" cy="256032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566928"/>
            <a:ext cx="8631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&amp; Remediation Roadmap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8631936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493776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#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" y="1115568"/>
            <a:ext cx="74980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SEV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99616" y="11155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FINDING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55264" y="11155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OWASP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1115568"/>
            <a:ext cx="1609344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EASE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20256" y="11155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389888"/>
            <a:ext cx="8631936" cy="26517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389888"/>
            <a:ext cx="493776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9808" y="1389888"/>
            <a:ext cx="74980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CRITICAL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99616" y="1389888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Unauthenticated Admin / PII Exposure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55264" y="1389888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A01:2021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10912" y="1389888"/>
            <a:ext cx="1609344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Easy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20256" y="1389888"/>
            <a:ext cx="2267712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Data breach, GDPR fines, fraud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1655064"/>
            <a:ext cx="8631936" cy="26517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1655064"/>
            <a:ext cx="493776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9808" y="1655064"/>
            <a:ext cx="74980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CRITICAL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99616" y="1655064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No HTTPS / Plaintext Credentials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55264" y="1655064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A02:2021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10912" y="1655064"/>
            <a:ext cx="1609344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Easy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20256" y="1655064"/>
            <a:ext cx="2267712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Credential theft, MitM attacks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1920240"/>
            <a:ext cx="8631936" cy="26517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1920240"/>
            <a:ext cx="493776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9808" y="1920240"/>
            <a:ext cx="74980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🟠 HIGH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499616" y="1920240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Tomcat 7.0.70 EOL Disclosed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55264" y="1920240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A05:2021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10912" y="1920240"/>
            <a:ext cx="1609344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Easy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20256" y="1920240"/>
            <a:ext cx="2267712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Targeted CVE exploitation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2185416"/>
            <a:ext cx="8631936" cy="26517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2185416"/>
            <a:ext cx="493776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9808" y="2185416"/>
            <a:ext cx="74980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🟠 HIGH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499616" y="2185416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jQuery 1.8.2 — XSS Vulnerabilities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55264" y="2185416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A06:2021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10912" y="2185416"/>
            <a:ext cx="1609344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Mod.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20256" y="2185416"/>
            <a:ext cx="2267712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XSS, session hijacking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2450592"/>
            <a:ext cx="8631936" cy="265176"/>
          </a:xfrm>
          <a:prstGeom prst="rect">
            <a:avLst/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2450592"/>
            <a:ext cx="493776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9808" y="2450592"/>
            <a:ext cx="74980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</a:rPr>
              <a:t>🟡 MEDIUM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499616" y="2450592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No CSRF Token on Login Form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55264" y="2450592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A01:2021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10912" y="2450592"/>
            <a:ext cx="1609344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Mod.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20256" y="2450592"/>
            <a:ext cx="2267712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Forced actions, session abuse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6032" y="2715768"/>
            <a:ext cx="8631936" cy="265176"/>
          </a:xfrm>
          <a:prstGeom prst="rect">
            <a:avLst/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2715768"/>
            <a:ext cx="493776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" y="2715768"/>
            <a:ext cx="74980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</a:rPr>
              <a:t>🟡 MEDIUM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499616" y="2715768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6 Security Headers Missing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55264" y="2715768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A05:2021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10912" y="2715768"/>
            <a:ext cx="1609344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Mod.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620256" y="2715768"/>
            <a:ext cx="2267712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Clickjacking, XSS, data leakage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6032" y="2980944"/>
            <a:ext cx="8631936" cy="26517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2980944"/>
            <a:ext cx="493776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7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49808" y="2980944"/>
            <a:ext cx="74980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🟢 LOW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499616" y="2980944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Reflected Search Input (XSS Vector)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55264" y="2980944"/>
            <a:ext cx="1755648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A03:2021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010912" y="2980944"/>
            <a:ext cx="1609344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Mod.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620256" y="2980944"/>
            <a:ext cx="2267712" cy="26517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Phishing, session theft via link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56032" y="3410712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410712"/>
            <a:ext cx="2743200" cy="292608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3410712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IMMEDIATE — This Week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29184" y="3758184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Lock /admin/ with authentication — require login before any page loads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29184" y="405079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Install SSL/TLS certificate (Let's Encrypt is free) and enforce HTTPS site-wide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29184" y="434340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Stop storing passwords in plaintext — migrate to bcrypt/Argon2 hashing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29184" y="463600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Stop displaying SSNs in the admin UI — mask as XXX-XX-XXXX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182112" y="3410712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182112" y="3410712"/>
            <a:ext cx="2743200" cy="292608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55264" y="3410712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30 DAYS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255264" y="3758184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Add all 6 missing security headers to every server response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255264" y="405079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Add CSRF tokens to all forms and validate server-side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255264" y="434340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Suppress Apache Tomcat version banner in server.xml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08192" y="3410712"/>
            <a:ext cx="274320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108192" y="3410712"/>
            <a:ext cx="2743200" cy="292608"/>
          </a:xfrm>
          <a:prstGeom prst="rect">
            <a:avLst/>
          </a:prstGeom>
          <a:solidFill>
            <a:srgbClr val="CA8A04">
              <a:alpha val="15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81344" y="3410712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8A04"/>
                </a:solidFill>
              </a:rPr>
              <a:t>90 DAYS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181344" y="3758184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Upgrade Tomcat to 10.x+, jQuery to 3.7.x, Bootstrap to 5.x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181344" y="405079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Implement Snyk or Dependabot automated dependency scanning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181344" y="434340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✔  Conduct full output-encoding review for all reflected inputs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56032" y="4864608"/>
            <a:ext cx="8631936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40AF"/>
                </a:solidFill>
              </a:rPr>
              <a:t>Auditor: Shawn Ryan  ·  Target: zero.webappsecurity.com  ·  March 23, 2026  ·  OWASP WSTG Methodology  ·  Confidential — For Educational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Zero Bank VAPT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Bank Vulnerability Assessment Report</dc:title>
  <dc:subject>PptxGenJS Presentation</dc:subject>
  <dc:creator>Shawn Ryan</dc:creator>
  <cp:lastModifiedBy>Shawn Ryan</cp:lastModifiedBy>
  <cp:revision>1</cp:revision>
  <dcterms:created xsi:type="dcterms:W3CDTF">2026-03-23T18:38:15Z</dcterms:created>
  <dcterms:modified xsi:type="dcterms:W3CDTF">2026-03-23T18:38:15Z</dcterms:modified>
</cp:coreProperties>
</file>